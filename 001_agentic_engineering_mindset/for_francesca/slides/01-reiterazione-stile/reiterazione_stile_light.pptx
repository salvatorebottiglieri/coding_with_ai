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per UI/UX — Sessione 1: Reiterazione dello Stile</dc:title>
  <dc:subject>Come usare l'AI per analizzare un'immagine di partenza
e generare nuovi contenuti visivi coerenti.
</dc:subject>
  <dc:creator/>
  <cp:lastModifiedBy/>
  <cp:revision>1</cp:revision>
  <dcterms:created xsi:type="dcterms:W3CDTF">2026-06-09T07:24:20Z</dcterms:created>
  <dcterms:modified xsi:type="dcterms:W3CDTF">2026-06-09T07:24:20Z</dcterms:modified>
</cp:coreProperties>
</file>