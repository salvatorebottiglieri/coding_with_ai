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fundamental shift: you're no longer giving orders — you're guiding a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principle connects directly to the exercise: the 6 sections of the PRD you'll fill in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Agentic Engineering Mindset</dc:title>
  <dc:subject>## Lesson 1 — Agentic Engineering Module
Mindset, delegation, and co-decomposition with AI agents
</dc:subject>
  <dc:creator/>
  <cp:lastModifiedBy/>
  <cp:revision>1</cp:revision>
  <dcterms:created xsi:type="dcterms:W3CDTF">2026-06-10T09:42:28Z</dcterms:created>
  <dcterms:modified xsi:type="dcterms:W3CDTF">2026-06-10T09:42:28Z</dcterms:modified>
</cp:coreProperties>
</file>