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 -&gt; class/regr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Fundamentals and the Agent Harness</dc:title>
  <dc:subject>## Lesson 0 — Agentic Engineering Module
LLM Fundamentals and Harness Engineering for AI Agents
</dc:subject>
  <dc:creator/>
  <cp:lastModifiedBy/>
  <cp:revision>1</cp:revision>
  <dcterms:created xsi:type="dcterms:W3CDTF">2026-06-05T07:50:58Z</dcterms:created>
  <dcterms:modified xsi:type="dcterms:W3CDTF">2026-06-05T07:50:58Z</dcterms:modified>
</cp:coreProperties>
</file>